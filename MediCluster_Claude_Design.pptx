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MediCluster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Patient Risk Stratification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clustering for intelligent patient segmentation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CtrlAltElite · M S Engineering College ·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labeled data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06908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Algorithms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K-Means, DBSCAN, Hierarchical, GMM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Stratification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 Low to Critical tiers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Silhouette, Davies-Bouldin, CH Score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06908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scatter, dendrogram, charts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03720" y="2926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6576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• Vite • Tailwind CSS • Recharts • D3.js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• Node.js • MongoDB • Multer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• Flask • Scikit-learn • SciPy • Pandas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36576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52628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• Containerized • One-command setup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React 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Tailwind CSS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Recharts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D3.js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1508760"/>
            <a:ext cx="256032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Express.js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Mongoose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Axios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JWT Auth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0" y="1508760"/>
            <a:ext cx="256032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Flask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Scikit-learn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SciPy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Pandas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NumPy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patient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4904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selection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404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4904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assignment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58368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Clustering Algorithms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6576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centroid-based partitioning. Ideal for spherical clusters and balanced sizes.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6576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Density-based with automatic outlier detection. Excels at arbitrary shapes without specifying 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6576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dendrograms for tree-based clustering. Enables post-hoc K selection via cut height.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6576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Mixture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soft assignments. Best for overlapping elliptical clusters with uncertainty.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Stratification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risk tier assignment based on composite health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9202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46304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08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vitals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1828800" cy="19202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463040"/>
            <a:ext cx="18288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60604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926080"/>
            <a:ext cx="146304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3108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 metrics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463040"/>
            <a:ext cx="1828800" cy="19202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463040"/>
            <a:ext cx="18288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61772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146304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108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1463040"/>
            <a:ext cx="1828800" cy="19202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1463040"/>
            <a:ext cx="18288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62940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2926080"/>
            <a:ext cx="146304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3108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Interactive PCA Scatter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Sortable Patient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Risk Donut Chart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205740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Metrics Dashboard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D3 Dendrogram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92608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Algorithm Comparison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CSV Drag-Drop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379476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100-patient Sample Data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Quick Start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medicluster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--build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 all services: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Frontend: :3000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Backend: :5000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ML Engine: :8000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MongoDB: :27017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Setup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dev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dev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UI Design Language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Clinical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background with electric teal accents for focus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1500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Tier Color Coding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→ Yellow → Orange → Red spectrum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Data-Centric Typography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Monospace fonts for vitals, clean sans-serif for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71500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Modern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gradients, minimal shadows, clean surfaces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Quality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2801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to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77724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compactness and separation (higher = better clustering)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Davies-Bouldin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514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77724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of intra-cluster to inter-cluster distances (lower = better)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Calinski-Harabasz 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749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77724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of between-cluster to within-cluster variance (higher = better)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Capabilities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SHAP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XGBoost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UMAP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46888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Clinical NLP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Prophet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74904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RAG Chatbot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MediCluster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Patient Risk Stratification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healthcare professionals who demand precision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8288"/>
          </a:xfrm>
          <a:prstGeom prst="rect">
            <a:avLst/>
          </a:prstGeom>
          <a:solidFill>
            <a:srgbClr val="ECEC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CtrlAltElite · M S Engineering College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2026-07-26T06:26:25Z</dcterms:created>
  <dcterms:modified xsi:type="dcterms:W3CDTF">2026-07-26T06:26:25Z</dcterms:modified>
</cp:coreProperties>
</file>