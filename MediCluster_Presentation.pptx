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MediCluster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Patient Risk Stratification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CtrlAltElite · M S Engineering College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Unsupervised patient risk clustering (no labeled training data required)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advanced algorithms: K-Means, DBSCAN, Hierarchical, Gaussian Mixture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Automatic risk stratification: Low → Moderate → High → Critical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Interactive visualizations: PCA scatter, dendrogram, risk metrics dashboards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Bundled 100-patient sample dataset (works offline)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Production-ready with Docker Compose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94360"/>
          </a:xfrm>
          <a:prstGeom prst="roundRect">
            <a:avLst/>
          </a:prstGeom>
          <a:solidFill>
            <a:srgbClr val="0A0F1E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 CSS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94360"/>
          </a:xfrm>
          <a:prstGeom prst="roundRect">
            <a:avLst/>
          </a:prstGeom>
          <a:solidFill>
            <a:srgbClr val="0A0F1E"/>
          </a:solidFill>
          <a:ln w="381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MongoDB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594360"/>
          </a:xfrm>
          <a:prstGeom prst="roundRect">
            <a:avLst/>
          </a:prstGeom>
          <a:solidFill>
            <a:srgbClr val="0A0F1E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27432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+ Flask + Scikit-learn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594360"/>
          </a:xfrm>
          <a:prstGeom prst="roundRect">
            <a:avLst/>
          </a:prstGeom>
          <a:solidFill>
            <a:srgbClr val="0A0F1E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35661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(all services)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D3.js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54680" y="1325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Axios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4680" y="3154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0" y="1325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Scikit-learn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2240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Pandas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3154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NumPy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44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of patient vitals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344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algorithm &amp; params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344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&amp; cluster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743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90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quality metrics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31920" y="2743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2990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risk tiers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74320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66560" y="2743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2990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Clustering Algorithms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37160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centroid-based, best for spherical clusters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097280"/>
            <a:ext cx="4114800" cy="137160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1600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Density-based, detects outliers automatically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0" cy="137160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Tree-based, dendrogram for post-hoc K selection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743200"/>
            <a:ext cx="4114800" cy="137160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32461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soft assignments, elliptical clusters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2880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patients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vitals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54864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patients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metrics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82880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patients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risk factors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097280"/>
            <a:ext cx="182880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patients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indicators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Score: Blood Pressure + Glucose + BMI + Age + Cholesterol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Interactive PCA Scatter Plot with risk-tier color coding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Risk Distribution Donut Chart (visual breakdown)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8366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Sortable, Filterable Patient Table with CSV export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2257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Real-time Metrics Dashboard (Silhouette, Davies-Bouldin, Calinski-Harabasz)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D3.js Dendrogram with interactive cut-height slider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Algorithm Comparison Mode (all 4 simultaneously)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3931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CSV Upload with drag-and-drop interface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07822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100-patient bundled sample dataset (no external APIs)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Quick Start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(Recommended)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medicluster &amp;&amp; docker compose up --build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Python ML Engine: pip install -r requirements.txt &amp;&amp; python app.py (port 8000)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Node.js Backend: npm install &amp;&amp; npm run dev (port 5000)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React Frontend: npm install &amp;&amp; npm run dev (port 3000)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start: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Frontend: http://localhost:3000  |  Backend: http://localhost:5000  |  ML Engine: http://localhost:8000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UI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Dark Clinical Dashboard — Deep navy background with electric teal accents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Risk Tier Color Coding — Intuitive green → yellow → orange → red spectrum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Monospace Data Font — Clinical precision for vital statistics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Flat Design Aesthetic — No gradients, minimal shadows, clean surfaces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Responsive Layout — Optimized for desktop, tablet, and 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3-Panel Configuration — Sidebar controls, center visualization, right metrics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Medical Precision — Designed for healthcare professionals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Quality Metrics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-1 to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compactness &amp; separation (higher is better)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similarity of each cluster with most similar cluster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oundRect">
            <a:avLst/>
          </a:prstGeom>
          <a:solidFill>
            <a:srgbClr val="0A0F1E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 Score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between-cluster to within-cluster variance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Capabilities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ML Engine Stack: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SHAP — ML Model Explainability &amp; Feature Importance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XGBoost — Gradient Boosting Clustering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4825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UMAP — Advanced Dimensionality Reduction (vs PCA)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3230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Clinical NLP — Transformers, spaCy, scispaCy for medical 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Prophet — Time-series Forecasting for patient progression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RAG Chatbot — FAISS + LangChain vector store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844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Medical Imaging — PyDICOM, TorchXRayVision (chest X-ray detection)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684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Production Serving — PyTorch + ONNX Runtime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MediCluster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Patient Risk Stratification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| Full-Stack | Healthcare-Focused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CtrlAltElite · M S Engineering College · Hackathon 2024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precision for patient health &amp; data science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2026-07-26T06:21:05Z</dcterms:created>
  <dcterms:modified xsi:type="dcterms:W3CDTF">2026-07-26T06:21:05Z</dcterms:modified>
</cp:coreProperties>
</file>